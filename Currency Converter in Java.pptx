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8" r:id="rId2"/>
    <p:sldId id="329" r:id="rId3"/>
    <p:sldId id="330" r:id="rId4"/>
    <p:sldId id="331" r:id="rId5"/>
    <p:sldId id="332" r:id="rId6"/>
    <p:sldId id="333" r:id="rId7"/>
    <p:sldId id="334" r:id="rId8"/>
  </p:sldIdLst>
  <p:sldSz cx="12188825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65EB8-9E3D-4883-8CDA-D3B657C25E6C}" v="27" dt="2024-07-13T20:47:06.698"/>
  </p1510:revLst>
</p1510:revInfo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29" autoAdjust="0"/>
  </p:normalViewPr>
  <p:slideViewPr>
    <p:cSldViewPr showGuides="1">
      <p:cViewPr varScale="1">
        <p:scale>
          <a:sx n="85" d="100"/>
          <a:sy n="85" d="100"/>
        </p:scale>
        <p:origin x="425" y="79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 Tomar" userId="fc4f1c5c2e28cd55" providerId="LiveId" clId="{1EE65EB8-9E3D-4883-8CDA-D3B657C25E6C}"/>
    <pc:docChg chg="undo custSel delSld modSld">
      <pc:chgData name="Vansh Tomar" userId="fc4f1c5c2e28cd55" providerId="LiveId" clId="{1EE65EB8-9E3D-4883-8CDA-D3B657C25E6C}" dt="2024-07-14T05:14:21.095" v="346" actId="20577"/>
      <pc:docMkLst>
        <pc:docMk/>
      </pc:docMkLst>
      <pc:sldChg chg="modSp mod">
        <pc:chgData name="Vansh Tomar" userId="fc4f1c5c2e28cd55" providerId="LiveId" clId="{1EE65EB8-9E3D-4883-8CDA-D3B657C25E6C}" dt="2024-07-13T16:54:36.241" v="4" actId="14100"/>
        <pc:sldMkLst>
          <pc:docMk/>
          <pc:sldMk cId="2717604774" sldId="329"/>
        </pc:sldMkLst>
        <pc:spChg chg="mod">
          <ac:chgData name="Vansh Tomar" userId="fc4f1c5c2e28cd55" providerId="LiveId" clId="{1EE65EB8-9E3D-4883-8CDA-D3B657C25E6C}" dt="2024-07-13T16:54:36.241" v="4" actId="14100"/>
          <ac:spMkLst>
            <pc:docMk/>
            <pc:sldMk cId="2717604774" sldId="329"/>
            <ac:spMk id="14" creationId="{00000000-0000-0000-0000-000000000000}"/>
          </ac:spMkLst>
        </pc:spChg>
      </pc:sldChg>
      <pc:sldChg chg="addSp modSp mod">
        <pc:chgData name="Vansh Tomar" userId="fc4f1c5c2e28cd55" providerId="LiveId" clId="{1EE65EB8-9E3D-4883-8CDA-D3B657C25E6C}" dt="2024-07-13T20:35:21.401" v="32" actId="20577"/>
        <pc:sldMkLst>
          <pc:docMk/>
          <pc:sldMk cId="2193902762" sldId="330"/>
        </pc:sldMkLst>
        <pc:spChg chg="mod">
          <ac:chgData name="Vansh Tomar" userId="fc4f1c5c2e28cd55" providerId="LiveId" clId="{1EE65EB8-9E3D-4883-8CDA-D3B657C25E6C}" dt="2024-07-13T20:35:21.401" v="32" actId="20577"/>
          <ac:spMkLst>
            <pc:docMk/>
            <pc:sldMk cId="2193902762" sldId="330"/>
            <ac:spMk id="13" creationId="{00000000-0000-0000-0000-000000000000}"/>
          </ac:spMkLst>
        </pc:spChg>
        <pc:graphicFrameChg chg="mod">
          <ac:chgData name="Vansh Tomar" userId="fc4f1c5c2e28cd55" providerId="LiveId" clId="{1EE65EB8-9E3D-4883-8CDA-D3B657C25E6C}" dt="2024-07-13T20:34:42.437" v="6"/>
          <ac:graphicFrameMkLst>
            <pc:docMk/>
            <pc:sldMk cId="2193902762" sldId="330"/>
            <ac:graphicFrameMk id="7" creationId="{00000000-0000-0000-0000-000000000000}"/>
          </ac:graphicFrameMkLst>
        </pc:graphicFrameChg>
        <pc:picChg chg="add mod">
          <ac:chgData name="Vansh Tomar" userId="fc4f1c5c2e28cd55" providerId="LiveId" clId="{1EE65EB8-9E3D-4883-8CDA-D3B657C25E6C}" dt="2024-07-13T20:34:55.445" v="10" actId="14100"/>
          <ac:picMkLst>
            <pc:docMk/>
            <pc:sldMk cId="2193902762" sldId="330"/>
            <ac:picMk id="3" creationId="{BDFFA340-5BC8-99C4-6036-FEB79168941E}"/>
          </ac:picMkLst>
        </pc:picChg>
      </pc:sldChg>
      <pc:sldChg chg="addSp delSp modSp mod">
        <pc:chgData name="Vansh Tomar" userId="fc4f1c5c2e28cd55" providerId="LiveId" clId="{1EE65EB8-9E3D-4883-8CDA-D3B657C25E6C}" dt="2024-07-13T20:44:58.781" v="201" actId="20577"/>
        <pc:sldMkLst>
          <pc:docMk/>
          <pc:sldMk cId="1447595293" sldId="331"/>
        </pc:sldMkLst>
        <pc:spChg chg="del mod">
          <ac:chgData name="Vansh Tomar" userId="fc4f1c5c2e28cd55" providerId="LiveId" clId="{1EE65EB8-9E3D-4883-8CDA-D3B657C25E6C}" dt="2024-07-13T20:35:58.180" v="67" actId="478"/>
          <ac:spMkLst>
            <pc:docMk/>
            <pc:sldMk cId="1447595293" sldId="331"/>
            <ac:spMk id="2" creationId="{00000000-0000-0000-0000-000000000000}"/>
          </ac:spMkLst>
        </pc:spChg>
        <pc:spChg chg="mod">
          <ac:chgData name="Vansh Tomar" userId="fc4f1c5c2e28cd55" providerId="LiveId" clId="{1EE65EB8-9E3D-4883-8CDA-D3B657C25E6C}" dt="2024-07-13T20:44:58.781" v="201" actId="20577"/>
          <ac:spMkLst>
            <pc:docMk/>
            <pc:sldMk cId="1447595293" sldId="331"/>
            <ac:spMk id="3" creationId="{00000000-0000-0000-0000-000000000000}"/>
          </ac:spMkLst>
        </pc:spChg>
        <pc:spChg chg="add del mod">
          <ac:chgData name="Vansh Tomar" userId="fc4f1c5c2e28cd55" providerId="LiveId" clId="{1EE65EB8-9E3D-4883-8CDA-D3B657C25E6C}" dt="2024-07-13T20:37:01.959" v="74" actId="478"/>
          <ac:spMkLst>
            <pc:docMk/>
            <pc:sldMk cId="1447595293" sldId="331"/>
            <ac:spMk id="5" creationId="{B450032A-84F7-3D11-35DF-F473ACF75E4A}"/>
          </ac:spMkLst>
        </pc:spChg>
        <pc:graphicFrameChg chg="del modGraphic">
          <ac:chgData name="Vansh Tomar" userId="fc4f1c5c2e28cd55" providerId="LiveId" clId="{1EE65EB8-9E3D-4883-8CDA-D3B657C25E6C}" dt="2024-07-13T20:35:47.853" v="65" actId="21"/>
          <ac:graphicFrameMkLst>
            <pc:docMk/>
            <pc:sldMk cId="1447595293" sldId="331"/>
            <ac:graphicFrameMk id="7" creationId="{00000000-0000-0000-0000-000000000000}"/>
          </ac:graphicFrameMkLst>
        </pc:graphicFrameChg>
      </pc:sldChg>
      <pc:sldChg chg="addSp delSp modSp mod modClrScheme chgLayout">
        <pc:chgData name="Vansh Tomar" userId="fc4f1c5c2e28cd55" providerId="LiveId" clId="{1EE65EB8-9E3D-4883-8CDA-D3B657C25E6C}" dt="2024-07-14T05:14:21.095" v="346" actId="20577"/>
        <pc:sldMkLst>
          <pc:docMk/>
          <pc:sldMk cId="3998328905" sldId="332"/>
        </pc:sldMkLst>
        <pc:spChg chg="del mod ord">
          <ac:chgData name="Vansh Tomar" userId="fc4f1c5c2e28cd55" providerId="LiveId" clId="{1EE65EB8-9E3D-4883-8CDA-D3B657C25E6C}" dt="2024-07-13T20:43:38.399" v="146" actId="700"/>
          <ac:spMkLst>
            <pc:docMk/>
            <pc:sldMk cId="3998328905" sldId="332"/>
            <ac:spMk id="2" creationId="{00000000-0000-0000-0000-000000000000}"/>
          </ac:spMkLst>
        </pc:spChg>
        <pc:spChg chg="del mod">
          <ac:chgData name="Vansh Tomar" userId="fc4f1c5c2e28cd55" providerId="LiveId" clId="{1EE65EB8-9E3D-4883-8CDA-D3B657C25E6C}" dt="2024-07-13T20:42:58.831" v="135"/>
          <ac:spMkLst>
            <pc:docMk/>
            <pc:sldMk cId="3998328905" sldId="332"/>
            <ac:spMk id="3" creationId="{00000000-0000-0000-0000-000000000000}"/>
          </ac:spMkLst>
        </pc:spChg>
        <pc:spChg chg="add del mod">
          <ac:chgData name="Vansh Tomar" userId="fc4f1c5c2e28cd55" providerId="LiveId" clId="{1EE65EB8-9E3D-4883-8CDA-D3B657C25E6C}" dt="2024-07-13T20:40:02.706" v="129" actId="478"/>
          <ac:spMkLst>
            <pc:docMk/>
            <pc:sldMk cId="3998328905" sldId="332"/>
            <ac:spMk id="6" creationId="{29DB42C5-4FFC-AB1C-E0FC-31C0F76DDA76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7" creationId="{195084B9-3F94-09C8-AA7A-AFD862A601BA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8" creationId="{EFA18CDB-377D-D00F-4E98-EEE5977B11ED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9" creationId="{3682C373-4B83-06AD-FADE-5FB7F5D9B20E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0" creationId="{6CD9F116-882B-B0EB-90D7-2939A9D3751E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1" creationId="{3876ACBD-F571-A3F8-A580-1B3729D764E7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2" creationId="{B1F7B17E-6367-948B-BD88-E73A5E44CE74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3" creationId="{E3519704-1BA4-B971-E6A5-D054CFE36D5A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4" creationId="{C7D01F0A-EE9F-2817-A782-0C74AF08EACE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5" creationId="{91F1CCC4-5416-1BC3-B298-0FCE0B446CB5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6" creationId="{7859EB03-D2F5-E78A-7AAC-48B52F7F3A60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7" creationId="{D3108CDB-778A-9334-67B0-326513E7E31C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8" creationId="{911D22B7-D162-C036-6327-E6D1B112437B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19" creationId="{1AD333DD-CE4E-0734-CFB2-D9635F13525D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0" creationId="{98DEC04D-B853-F671-9A7C-9DE125534A44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1" creationId="{7FF39520-3B1F-AAA6-ECA0-E6DCCA7FC5A3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2" creationId="{BD9E2FE0-C5E9-E513-040C-F2BC40C33BBA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3" creationId="{4FC7CF74-B89E-EA0F-DEBE-DD96F617056E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4" creationId="{F42737BB-848F-8E1F-2AB2-95804D9DEBEB}"/>
          </ac:spMkLst>
        </pc:spChg>
        <pc:spChg chg="add mod">
          <ac:chgData name="Vansh Tomar" userId="fc4f1c5c2e28cd55" providerId="LiveId" clId="{1EE65EB8-9E3D-4883-8CDA-D3B657C25E6C}" dt="2024-07-13T20:40:14.263" v="134"/>
          <ac:spMkLst>
            <pc:docMk/>
            <pc:sldMk cId="3998328905" sldId="332"/>
            <ac:spMk id="25" creationId="{5535BFE8-5D0D-0B92-6269-683F59B6178F}"/>
          </ac:spMkLst>
        </pc:spChg>
        <pc:spChg chg="add del mod ord">
          <ac:chgData name="Vansh Tomar" userId="fc4f1c5c2e28cd55" providerId="LiveId" clId="{1EE65EB8-9E3D-4883-8CDA-D3B657C25E6C}" dt="2024-07-13T20:43:55.907" v="152" actId="700"/>
          <ac:spMkLst>
            <pc:docMk/>
            <pc:sldMk cId="3998328905" sldId="332"/>
            <ac:spMk id="28" creationId="{A6475554-9074-8A0A-2F83-5953894CC883}"/>
          </ac:spMkLst>
        </pc:spChg>
        <pc:spChg chg="add mod ord">
          <ac:chgData name="Vansh Tomar" userId="fc4f1c5c2e28cd55" providerId="LiveId" clId="{1EE65EB8-9E3D-4883-8CDA-D3B657C25E6C}" dt="2024-07-14T05:14:21.095" v="346" actId="20577"/>
          <ac:spMkLst>
            <pc:docMk/>
            <pc:sldMk cId="3998328905" sldId="332"/>
            <ac:spMk id="29" creationId="{D5E7216D-9325-CC45-6299-8D317C469E91}"/>
          </ac:spMkLst>
        </pc:spChg>
        <pc:spChg chg="add del mod ord">
          <ac:chgData name="Vansh Tomar" userId="fc4f1c5c2e28cd55" providerId="LiveId" clId="{1EE65EB8-9E3D-4883-8CDA-D3B657C25E6C}" dt="2024-07-13T20:44:32.957" v="189" actId="478"/>
          <ac:spMkLst>
            <pc:docMk/>
            <pc:sldMk cId="3998328905" sldId="332"/>
            <ac:spMk id="30" creationId="{7A9EF170-97BD-1EA8-5321-2546DF209876}"/>
          </ac:spMkLst>
        </pc:spChg>
        <pc:graphicFrameChg chg="del mod">
          <ac:chgData name="Vansh Tomar" userId="fc4f1c5c2e28cd55" providerId="LiveId" clId="{1EE65EB8-9E3D-4883-8CDA-D3B657C25E6C}" dt="2024-07-13T20:39:41.167" v="128" actId="478"/>
          <ac:graphicFrameMkLst>
            <pc:docMk/>
            <pc:sldMk cId="3998328905" sldId="332"/>
            <ac:graphicFrameMk id="5" creationId="{00000000-0000-0000-0000-000000000000}"/>
          </ac:graphicFrameMkLst>
        </pc:graphicFrameChg>
        <pc:picChg chg="add mod ord">
          <ac:chgData name="Vansh Tomar" userId="fc4f1c5c2e28cd55" providerId="LiveId" clId="{1EE65EB8-9E3D-4883-8CDA-D3B657C25E6C}" dt="2024-07-13T20:44:44.251" v="192" actId="1076"/>
          <ac:picMkLst>
            <pc:docMk/>
            <pc:sldMk cId="3998328905" sldId="332"/>
            <ac:picMk id="27" creationId="{F89F1086-9807-A36B-8B1B-129A5E5627A2}"/>
          </ac:picMkLst>
        </pc:picChg>
      </pc:sldChg>
      <pc:sldChg chg="addSp delSp modSp mod">
        <pc:chgData name="Vansh Tomar" userId="fc4f1c5c2e28cd55" providerId="LiveId" clId="{1EE65EB8-9E3D-4883-8CDA-D3B657C25E6C}" dt="2024-07-13T20:47:22.533" v="214" actId="14100"/>
        <pc:sldMkLst>
          <pc:docMk/>
          <pc:sldMk cId="3444006904" sldId="333"/>
        </pc:sldMkLst>
        <pc:spChg chg="del mod">
          <ac:chgData name="Vansh Tomar" userId="fc4f1c5c2e28cd55" providerId="LiveId" clId="{1EE65EB8-9E3D-4883-8CDA-D3B657C25E6C}" dt="2024-07-13T20:45:43.095" v="206" actId="478"/>
          <ac:spMkLst>
            <pc:docMk/>
            <pc:sldMk cId="3444006904" sldId="333"/>
            <ac:spMk id="2" creationId="{00000000-0000-0000-0000-000000000000}"/>
          </ac:spMkLst>
        </pc:spChg>
        <pc:spChg chg="del">
          <ac:chgData name="Vansh Tomar" userId="fc4f1c5c2e28cd55" providerId="LiveId" clId="{1EE65EB8-9E3D-4883-8CDA-D3B657C25E6C}" dt="2024-07-13T20:45:47.770" v="208" actId="478"/>
          <ac:spMkLst>
            <pc:docMk/>
            <pc:sldMk cId="3444006904" sldId="333"/>
            <ac:spMk id="4" creationId="{00000000-0000-0000-0000-000000000000}"/>
          </ac:spMkLst>
        </pc:spChg>
        <pc:spChg chg="add del mod">
          <ac:chgData name="Vansh Tomar" userId="fc4f1c5c2e28cd55" providerId="LiveId" clId="{1EE65EB8-9E3D-4883-8CDA-D3B657C25E6C}" dt="2024-07-13T20:45:44.706" v="207" actId="478"/>
          <ac:spMkLst>
            <pc:docMk/>
            <pc:sldMk cId="3444006904" sldId="333"/>
            <ac:spMk id="5" creationId="{0A988830-9BE5-8E40-2456-A742E2A65AEE}"/>
          </ac:spMkLst>
        </pc:spChg>
        <pc:picChg chg="add mod">
          <ac:chgData name="Vansh Tomar" userId="fc4f1c5c2e28cd55" providerId="LiveId" clId="{1EE65EB8-9E3D-4883-8CDA-D3B657C25E6C}" dt="2024-07-13T20:47:22.533" v="214" actId="14100"/>
          <ac:picMkLst>
            <pc:docMk/>
            <pc:sldMk cId="3444006904" sldId="333"/>
            <ac:picMk id="7" creationId="{D88A52CD-A75E-5A39-2216-8A3392659B7C}"/>
          </ac:picMkLst>
        </pc:picChg>
      </pc:sldChg>
      <pc:sldChg chg="addSp delSp modSp mod">
        <pc:chgData name="Vansh Tomar" userId="fc4f1c5c2e28cd55" providerId="LiveId" clId="{1EE65EB8-9E3D-4883-8CDA-D3B657C25E6C}" dt="2024-07-14T04:48:48.190" v="299" actId="20577"/>
        <pc:sldMkLst>
          <pc:docMk/>
          <pc:sldMk cId="3817187371" sldId="334"/>
        </pc:sldMkLst>
        <pc:spChg chg="del">
          <ac:chgData name="Vansh Tomar" userId="fc4f1c5c2e28cd55" providerId="LiveId" clId="{1EE65EB8-9E3D-4883-8CDA-D3B657C25E6C}" dt="2024-07-14T04:46:39.378" v="216" actId="478"/>
          <ac:spMkLst>
            <pc:docMk/>
            <pc:sldMk cId="3817187371" sldId="334"/>
            <ac:spMk id="2" creationId="{00000000-0000-0000-0000-000000000000}"/>
          </ac:spMkLst>
        </pc:spChg>
        <pc:spChg chg="add mod">
          <ac:chgData name="Vansh Tomar" userId="fc4f1c5c2e28cd55" providerId="LiveId" clId="{1EE65EB8-9E3D-4883-8CDA-D3B657C25E6C}" dt="2024-07-14T04:47:08.604" v="228" actId="21"/>
          <ac:spMkLst>
            <pc:docMk/>
            <pc:sldMk cId="3817187371" sldId="334"/>
            <ac:spMk id="4" creationId="{5DDEB2E1-3C4F-305F-80B9-C8E43284F1F6}"/>
          </ac:spMkLst>
        </pc:spChg>
        <pc:spChg chg="add mod">
          <ac:chgData name="Vansh Tomar" userId="fc4f1c5c2e28cd55" providerId="LiveId" clId="{1EE65EB8-9E3D-4883-8CDA-D3B657C25E6C}" dt="2024-07-14T04:47:34.740" v="235" actId="14100"/>
          <ac:spMkLst>
            <pc:docMk/>
            <pc:sldMk cId="3817187371" sldId="334"/>
            <ac:spMk id="6" creationId="{D0005D9C-5900-73AF-6687-2988E4439D48}"/>
          </ac:spMkLst>
        </pc:spChg>
        <pc:spChg chg="del mod">
          <ac:chgData name="Vansh Tomar" userId="fc4f1c5c2e28cd55" providerId="LiveId" clId="{1EE65EB8-9E3D-4883-8CDA-D3B657C25E6C}" dt="2024-07-14T04:46:51.311" v="219" actId="478"/>
          <ac:spMkLst>
            <pc:docMk/>
            <pc:sldMk cId="3817187371" sldId="334"/>
            <ac:spMk id="7" creationId="{00000000-0000-0000-0000-000000000000}"/>
          </ac:spMkLst>
        </pc:spChg>
        <pc:spChg chg="mod">
          <ac:chgData name="Vansh Tomar" userId="fc4f1c5c2e28cd55" providerId="LiveId" clId="{1EE65EB8-9E3D-4883-8CDA-D3B657C25E6C}" dt="2024-07-14T04:48:48.190" v="299" actId="20577"/>
          <ac:spMkLst>
            <pc:docMk/>
            <pc:sldMk cId="3817187371" sldId="334"/>
            <ac:spMk id="8" creationId="{00000000-0000-0000-0000-000000000000}"/>
          </ac:spMkLst>
        </pc:spChg>
        <pc:spChg chg="del">
          <ac:chgData name="Vansh Tomar" userId="fc4f1c5c2e28cd55" providerId="LiveId" clId="{1EE65EB8-9E3D-4883-8CDA-D3B657C25E6C}" dt="2024-07-14T04:46:42.493" v="217" actId="478"/>
          <ac:spMkLst>
            <pc:docMk/>
            <pc:sldMk cId="3817187371" sldId="334"/>
            <ac:spMk id="9" creationId="{00000000-0000-0000-0000-000000000000}"/>
          </ac:spMkLst>
        </pc:spChg>
        <pc:spChg chg="del">
          <ac:chgData name="Vansh Tomar" userId="fc4f1c5c2e28cd55" providerId="LiveId" clId="{1EE65EB8-9E3D-4883-8CDA-D3B657C25E6C}" dt="2024-07-14T04:47:19.422" v="231" actId="478"/>
          <ac:spMkLst>
            <pc:docMk/>
            <pc:sldMk cId="3817187371" sldId="334"/>
            <ac:spMk id="10" creationId="{00000000-0000-0000-0000-000000000000}"/>
          </ac:spMkLst>
        </pc:spChg>
      </pc:sldChg>
      <pc:sldChg chg="addSp delSp modSp del mod">
        <pc:chgData name="Vansh Tomar" userId="fc4f1c5c2e28cd55" providerId="LiveId" clId="{1EE65EB8-9E3D-4883-8CDA-D3B657C25E6C}" dt="2024-07-14T04:49:03.794" v="302" actId="2696"/>
        <pc:sldMkLst>
          <pc:docMk/>
          <pc:sldMk cId="102866038" sldId="335"/>
        </pc:sldMkLst>
        <pc:spChg chg="del mod">
          <ac:chgData name="Vansh Tomar" userId="fc4f1c5c2e28cd55" providerId="LiveId" clId="{1EE65EB8-9E3D-4883-8CDA-D3B657C25E6C}" dt="2024-07-14T04:48:57.453" v="301" actId="478"/>
          <ac:spMkLst>
            <pc:docMk/>
            <pc:sldMk cId="102866038" sldId="335"/>
            <ac:spMk id="2" creationId="{00000000-0000-0000-0000-000000000000}"/>
          </ac:spMkLst>
        </pc:spChg>
        <pc:spChg chg="add mod">
          <ac:chgData name="Vansh Tomar" userId="fc4f1c5c2e28cd55" providerId="LiveId" clId="{1EE65EB8-9E3D-4883-8CDA-D3B657C25E6C}" dt="2024-07-14T04:48:57.453" v="301" actId="478"/>
          <ac:spMkLst>
            <pc:docMk/>
            <pc:sldMk cId="102866038" sldId="335"/>
            <ac:spMk id="4" creationId="{0AB1F61C-09AB-3AD0-23C6-449ADDFD3019}"/>
          </ac:spMkLst>
        </pc:spChg>
      </pc:sldChg>
      <pc:sldChg chg="del">
        <pc:chgData name="Vansh Tomar" userId="fc4f1c5c2e28cd55" providerId="LiveId" clId="{1EE65EB8-9E3D-4883-8CDA-D3B657C25E6C}" dt="2024-07-14T04:49:07.437" v="303" actId="2696"/>
        <pc:sldMkLst>
          <pc:docMk/>
          <pc:sldMk cId="3216253470" sldId="336"/>
        </pc:sldMkLst>
      </pc:sldChg>
      <pc:sldChg chg="del">
        <pc:chgData name="Vansh Tomar" userId="fc4f1c5c2e28cd55" providerId="LiveId" clId="{1EE65EB8-9E3D-4883-8CDA-D3B657C25E6C}" dt="2024-07-14T04:49:14.718" v="305" actId="2696"/>
        <pc:sldMkLst>
          <pc:docMk/>
          <pc:sldMk cId="2551545397" sldId="337"/>
        </pc:sldMkLst>
      </pc:sldChg>
      <pc:sldChg chg="del">
        <pc:chgData name="Vansh Tomar" userId="fc4f1c5c2e28cd55" providerId="LiveId" clId="{1EE65EB8-9E3D-4883-8CDA-D3B657C25E6C}" dt="2024-07-14T04:49:11.556" v="304" actId="2696"/>
        <pc:sldMkLst>
          <pc:docMk/>
          <pc:sldMk cId="577046454" sldId="33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1089384"/>
        <c:axId val="511088600"/>
      </c:lineChart>
      <c:catAx>
        <c:axId val="511089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088600"/>
        <c:crosses val="autoZero"/>
        <c:auto val="1"/>
        <c:lblAlgn val="ctr"/>
        <c:lblOffset val="100"/>
        <c:noMultiLvlLbl val="0"/>
      </c:catAx>
      <c:valAx>
        <c:axId val="511088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089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t>7/14/2024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7/14/2024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7/14/2024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471" y="1268760"/>
            <a:ext cx="7309892" cy="1942018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Currency Converter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0824" y="4951477"/>
            <a:ext cx="5945187" cy="1270453"/>
          </a:xfrm>
        </p:spPr>
        <p:txBody>
          <a:bodyPr/>
          <a:lstStyle/>
          <a:p>
            <a:r>
              <a:rPr lang="en-US" dirty="0"/>
              <a:t>Mini Project</a:t>
            </a:r>
          </a:p>
          <a:p>
            <a:r>
              <a:rPr lang="en-US" dirty="0"/>
              <a:t>Name- Vansh Tomar</a:t>
            </a:r>
          </a:p>
          <a:p>
            <a:r>
              <a:rPr lang="en-US" dirty="0"/>
              <a:t>University Roll no- 2021517</a:t>
            </a:r>
          </a:p>
          <a:p>
            <a:r>
              <a:rPr lang="en-US" dirty="0"/>
              <a:t>Sec- E</a:t>
            </a:r>
          </a:p>
        </p:txBody>
      </p:sp>
    </p:spTree>
    <p:extLst>
      <p:ext uri="{BB962C8B-B14F-4D97-AF65-F5344CB8AC3E}">
        <p14:creationId xmlns:p14="http://schemas.microsoft.com/office/powerpoint/2010/main" val="232011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Currency conversion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3" y="1981200"/>
            <a:ext cx="8892479" cy="418782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Currency conversion is the process of transforming one currency into another based on the current exchange rate. This is a crucial functionality for individuals and businesses who need to conduct international transactions or compare prices across different countries.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60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Indian Rupee forecast</a:t>
            </a:r>
          </a:p>
        </p:txBody>
      </p:sp>
      <p:graphicFrame>
        <p:nvGraphicFramePr>
          <p:cNvPr id="7" name="Content Placeholder 6" descr="Custom combination chart representing 2 series and 1 line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936594"/>
              </p:ext>
            </p:extLst>
          </p:nvPr>
        </p:nvGraphicFramePr>
        <p:xfrm>
          <a:off x="1522413" y="1981200"/>
          <a:ext cx="9829800" cy="4187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DFFA340-5BC8-99C4-6036-FEB791689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1" y="1844824"/>
            <a:ext cx="10441160" cy="442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836712"/>
            <a:ext cx="10150860" cy="533548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 have made a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 Swing-based currency converter application: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Components we have used in this application are: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 design : a graphical user interface for user to convert one currency to another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Handling : When the user interacts with the application it performs event.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for currency converter: using the exchange rates of currency we can convert currencies 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</a:t>
            </a:r>
            <a:r>
              <a:rPr lang="en-IN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it performs the conversion by clicking convert                                                                                                                                                                                       button it triggers he currency conversion process.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IN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Logic for currency conversion 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get the amount from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JTextField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and select currency from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JComboBox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calculate the converted       amount 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9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D5E7216D-9325-CC45-6299-8D317C469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116632"/>
            <a:ext cx="6412160" cy="216024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Interface of </a:t>
            </a:r>
            <a:r>
              <a:rPr lang="en-IN"/>
              <a:t>currency converter</a:t>
            </a:r>
            <a:endParaRPr lang="en-IN" dirty="0"/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89F1086-9807-A36B-8B1B-129A5E5627A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004" y="2703368"/>
            <a:ext cx="4188643" cy="3755522"/>
          </a:xfrm>
        </p:spPr>
      </p:pic>
    </p:spTree>
    <p:extLst>
      <p:ext uri="{BB962C8B-B14F-4D97-AF65-F5344CB8AC3E}">
        <p14:creationId xmlns:p14="http://schemas.microsoft.com/office/powerpoint/2010/main" val="399832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8A52CD-A75E-5A39-2216-8A3392659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08" y="0"/>
            <a:ext cx="864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0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522412" y="2852936"/>
            <a:ext cx="9396535" cy="3960440"/>
          </a:xfrm>
        </p:spPr>
        <p:txBody>
          <a:bodyPr>
            <a:normAutofit fontScale="925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adding Historic data - User can see the past rates and value of the currency and current status.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2" indent="0">
              <a:lnSpc>
                <a:spcPct val="115000"/>
              </a:lnSpc>
              <a:buNone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Charts can be used to represent the fluctuation in rates of currencies.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customizing the GUI with animations by using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2" indent="0">
              <a:lnSpc>
                <a:spcPct val="115000"/>
              </a:lnSpc>
              <a:buNone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Adding themes can make application interactive.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1962" indent="0">
              <a:lnSpc>
                <a:spcPct val="115000"/>
              </a:lnSpc>
              <a:buNone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making it responsive and user friendly.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164205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Creating Multilingual environment to help different regions people to use it.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Different languages can be provided which are widely spoken like English, Spanish,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German,Hindi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DEB2E1-3C4F-305F-80B9-C8E43284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762000"/>
            <a:ext cx="9829798" cy="8382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005D9C-5900-73AF-6687-2988E4439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412" y="1600200"/>
            <a:ext cx="8964488" cy="1066800"/>
          </a:xfrm>
        </p:spPr>
        <p:txBody>
          <a:bodyPr/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 and Future Work 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can be expanded by adding more currencies and providing the exchange rate of the currencies and current market value.</a:t>
            </a:r>
            <a:b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18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115</TotalTime>
  <Words>298</Words>
  <Application>Microsoft Office PowerPoint</Application>
  <PresentationFormat>Custom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Symbol</vt:lpstr>
      <vt:lpstr>Times New Roman</vt:lpstr>
      <vt:lpstr>Currency Symbols 16x9</vt:lpstr>
      <vt:lpstr>Currency Converter in Java</vt:lpstr>
      <vt:lpstr>Understanding the Currency conversion</vt:lpstr>
      <vt:lpstr>Indian Rupee forecast</vt:lpstr>
      <vt:lpstr>PowerPoint Presentation</vt:lpstr>
      <vt:lpstr>Interface of currency converter</vt:lpstr>
      <vt:lpstr>PowerPoint Presentation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 Tomar</dc:creator>
  <cp:lastModifiedBy>Vansh Tomar</cp:lastModifiedBy>
  <cp:revision>1</cp:revision>
  <dcterms:created xsi:type="dcterms:W3CDTF">2024-07-13T07:46:56Z</dcterms:created>
  <dcterms:modified xsi:type="dcterms:W3CDTF">2024-07-14T05:14:21Z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